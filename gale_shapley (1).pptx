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340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583680" y="-1097280"/>
            <a:ext cx="3474720" cy="347472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132320" y="-548640"/>
            <a:ext cx="2377440" cy="237744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Gale-Shapley Algorithm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Stable Matching Problem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4114800" cy="27432"/>
          </a:xfrm>
          <a:prstGeom prst="rect">
            <a:avLst/>
          </a:prstGeom>
          <a:solidFill>
            <a:srgbClr val="8FA3B1"/>
          </a:solidFill>
          <a:ln w="12700">
            <a:solidFill>
              <a:srgbClr val="8FA3B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Zamanov  ·  M. </a:t>
            </a:r>
            <a:r>
              <a:rPr lang="en-US" sz="15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Qas</a:t>
            </a:r>
            <a:r>
              <a:rPr lang="az-Latn-AZ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ı</a:t>
            </a: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Stable Matching Problem?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5720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45720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26187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" y="185623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810512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groups: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two equally sized groups — for example, students and universities, or job applicants and companies.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5488" y="26060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2560320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person in each group has a ranked list showing who they would prefer to be matched with.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75488" y="335584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3310128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a matching between the two groups so that no two people would both rather be with each other than their current partner.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75488" y="410565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77240" y="4059936"/>
            <a:ext cx="4023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Stability: </a:t>
            </a:r>
            <a:r>
              <a:rPr lang="en-US" sz="125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such a "rebellious pair" exists, the matching is unstable. We want to eliminate all of them.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166360" y="1261872"/>
            <a:ext cx="36576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66360" y="1261872"/>
            <a:ext cx="3657600" cy="4572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66360" y="126187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Matching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394960" y="196596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949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909560" y="196596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909560" y="19659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221742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394960" y="278892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3949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909560" y="278892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909560" y="278892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35040" y="304038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394960" y="3611880"/>
            <a:ext cx="640080" cy="502920"/>
          </a:xfrm>
          <a:prstGeom prst="ellipse">
            <a:avLst/>
          </a:prstGeom>
          <a:solidFill>
            <a:srgbClr val="0D1B2A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39496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7909560" y="3611880"/>
            <a:ext cx="640080" cy="502920"/>
          </a:xfrm>
          <a:prstGeom prst="ellipse">
            <a:avLst/>
          </a:prstGeom>
          <a:solidFill>
            <a:srgbClr val="0D9488"/>
          </a:solidFill>
          <a:ln w="254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09560" y="361188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035040" y="3863340"/>
            <a:ext cx="187452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34924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63840" y="4206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16052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Formal Definition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417320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men and women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20391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list: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person ranks all members of the opposite group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660904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one-to-one pairing of all men and women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282696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Instability: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(m, w) where m prefers w over his current partner, and w prefers m over hers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904488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Matching: </a:t>
            </a: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matching with no instabilities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0233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8869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Preferences (n = 3)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846320" y="1417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783080"/>
          <a:ext cx="3657600" cy="1188720"/>
        </p:xfrm>
        <a:graphic>
          <a:graphicData uri="http://schemas.openxmlformats.org/drawingml/2006/table">
            <a:tbl>
              <a:tblPr/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/>
          <p:nvPr/>
        </p:nvSpPr>
        <p:spPr>
          <a:xfrm>
            <a:off x="4846320" y="31089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</a:t>
            </a:r>
            <a:endParaRPr lang="en-US" sz="13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3429000"/>
          <a:ext cx="3657600" cy="118872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0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3rd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D4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Gale-Shapley Algorithm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4663440" cy="4206240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804672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44805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gale_shapley(men_prefs, women_prefs):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Everyone starts unmatched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woman_partner = {}  # woman -&gt; man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man_partner   = {}  # man -&gt; woman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next_prop = {m: 0 for m in men_prefs}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free_men  = list(men_prefs.keys())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while free_men: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 = free_men.pop(0)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= men_prefs[m][next_prop[m]]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next_prop[m] += 1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w not in woman_partner: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# Free: accept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woman_partner[w] = 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man_partner[m]   = 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m2     = woman_partner[w]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w_rank = women_prefs[w]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w_rank.index(m) &lt; w_rank.index(m2):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# Prefers new proposer: swap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woman_partner[w] = m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man_partner[m]   = w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free_men.append(m2)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else: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free_men.append(m)  # rejected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man_partner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983480" y="841248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83480" y="841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32120" y="813816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Initialization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men and women start unmatched.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83480" y="1600200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8348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532120" y="1572768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free man proposes to his highest-ranked woman who hasn't rejected him.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983480" y="2359152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2359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32120" y="233172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 woman tentatively accepts any proposal.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83480" y="3118104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8348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532120" y="309067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engaged woman swaps if she prefers the new proposer.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983480" y="3877056"/>
            <a:ext cx="411480" cy="4114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98348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532120" y="3849624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 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no free man remains. Output is stable.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Step-by-Step Trace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1323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n=3 example from Slide 3 (men propose):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70432"/>
            <a:ext cx="8412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517904"/>
            <a:ext cx="8412480" cy="1728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1609344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M1 proposes to W1  →  W1 is free  →  (M1, W1) engaged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02996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M2 proposes to W2  →  W2 is free  →  (M2, W2) engaged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M3 proposes to W1  →  W1 prefers M1 over M3  →  M3 rejected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Engaged: (M1,W1)  (M2,W2)   Free: M3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84124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44728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65760" y="3794760"/>
            <a:ext cx="8412480" cy="85039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38862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M3 proposes to W3  →  W3 is free  →  (M3, W3) engaged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3068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State: Engaged: (M1,W1)  (M2,W2)  (M3,W3)   Free: none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4892040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4892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Final Stable Matching:  (M1, W1)   (M2, W2)   (M3, W3)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Properties &amp; Correctness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109728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868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86868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17957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each step, a man crosses off at least one woman. With n² possible proposals, the algorithm always terminates in O(n²).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828800"/>
            <a:ext cx="109728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192024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280160" y="192024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23113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always stable — meaning no two people would both prefer each other over who they are currently matched with. Everyone ends up with the best realistic option available to them.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5760" y="2880360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297180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9718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 (Proposer-Side)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28269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man receives the best possible partner that is consistent with any stable matching — the man-optimal stable matching.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8412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65760" y="3931920"/>
            <a:ext cx="109728" cy="960120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402336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E11D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280160" y="402336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Pessimality (Receiver-Side)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80160" y="4334256"/>
            <a:ext cx="7223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Conversely, every woman receives the worst partner consistent with stability. Running women-propose gives the dual result.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&amp; Complexity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E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🏥  Doctor–Hospital Matching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61848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year, thousands of medical graduates are matched to hospitals for their residency training — fairly and automatically.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112264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17627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University Admissions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rank their preferred universities, universities rank students — an algorithm finds the best match for everyone.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90088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2920" y="305409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Job Recruitment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7413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and applicants both have preferences. Stable matching ensures no one walks away wishing they'd chosen differently.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67912"/>
            <a:ext cx="50292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02920" y="393192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Internet Infrastructure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2519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service providers negotiate who carries whose traffic — these agreements follow stable matching principles.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669280" y="749808"/>
            <a:ext cx="3108960" cy="4041648"/>
          </a:xfrm>
          <a:prstGeom prst="rect">
            <a:avLst/>
          </a:prstGeom>
          <a:solidFill>
            <a:srgbClr val="0D1B2A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806440" y="8869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06440" y="1801368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0644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806440" y="218541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06440" y="2551176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806440" y="258775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806440" y="29352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06440" y="3300984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06440" y="33375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n²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806440" y="36850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06440" y="4050792"/>
            <a:ext cx="2743200" cy="658368"/>
          </a:xfrm>
          <a:prstGeom prst="rect">
            <a:avLst/>
          </a:prstGeom>
          <a:solidFill>
            <a:srgbClr val="1B2E45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408736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≤ n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806440" y="443484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2926080"/>
            <a:ext cx="3200400" cy="320040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1B2E45"/>
          </a:solidFill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Gale-Shapley guarantees a stable, optimal matching in O(n²) — a beautiful result at the intersection of mathematics and real-world fairness.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 &amp; Shapley (1962) · Nobel Prize in Economics 2012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964</Words>
  <Application>Microsoft Office PowerPoint</Application>
  <PresentationFormat>On-screen Show (16:9)</PresentationFormat>
  <Paragraphs>158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Gale-Shapley Algorithm</dc:title>
  <dc:subject>PptxGenJS Presentation</dc:subject>
  <dc:creator>PptxGenJS</dc:creator>
  <cp:lastModifiedBy>Mehdi Qasimov (Aydin)</cp:lastModifiedBy>
  <cp:revision>2</cp:revision>
  <dcterms:created xsi:type="dcterms:W3CDTF">2026-05-21T06:58:28Z</dcterms:created>
  <dcterms:modified xsi:type="dcterms:W3CDTF">2026-05-21T07:15:13Z</dcterms:modified>
</cp:coreProperties>
</file>